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400" d="100"/>
          <a:sy n="400" d="100"/>
        </p:scale>
        <p:origin x="-9104" y="-1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86B2-774A-C5BE-8722-411CA497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1918B-5BAB-903D-90EE-EBD4953C8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7D59A-51E6-A89A-47CF-D83E745A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3E1CA-5321-C50E-B20E-15EA6880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DD117-972A-3D40-7C50-47440273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6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2775-986B-1D13-31AA-34097FDF7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29DAC-4EA9-051F-3795-05179EC28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187B7-AC44-33EA-97C3-1501DF5B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B5B7B-B77E-77EB-A161-AD91BE82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CF0AB-E70D-F049-2C46-8D3298BC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2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6B032-4B00-16BE-9151-150CE5AB7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EBD14-50DF-E2E3-2E51-9C599ED97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F0BBB-9F41-D657-A07D-5C7F60363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80915-2559-9BEC-366D-2C2E3C8CC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78B9-D511-A45C-44FC-0C22F8BA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6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50B7-D4B5-54A7-5E15-5DB721DE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2DF23-F713-BDDB-A914-8C8AEC38D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CB8B3-C9DB-B439-EF34-B4D557C6D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6D7F8-5DDB-30B3-144E-EA1BF366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45ED2-8C22-DB0C-D44A-A1D250F5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FB8F5-4552-AE5A-BC75-92A8F566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7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48C3-DD68-60CA-FF34-C112ED9C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89806-1CB7-B446-FD91-61C93230F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EDB92-2952-E255-CF96-B4E85FBC7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5B7A4-9D02-1BFB-A591-5E6BEC346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9B7E9-A331-F103-0135-11F9557D24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ACB44-16A8-EC81-9BB3-C4023E06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4E11C-8BC1-1078-A1E2-DB79025A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991286-C615-7F95-6B07-85FAD1C0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8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05B9-1A70-459F-2E2A-28B07731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515C3-E9B4-8F45-8AA8-72B75CCA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0F6BA-77E3-2590-7612-2B43C4E7A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C1A89-2C4C-86C0-C50F-4675A5EE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2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2349D6-B539-E639-F408-67929E36F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6C9FC-C3F3-6EFE-10AD-72D882FC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9DE9E-8ACF-B079-FB13-131594695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5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EFA1-9C4D-6F13-876C-68914913D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4EF12-4F19-954A-F53B-DD8CB9E4C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3B029-2020-B900-003B-7312B330E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087E6-82B0-5E6C-DE89-13A4D0B2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B1EC6-A820-90CF-2E65-B8BA311C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9B4A2-CF2C-58C9-4A04-969BC7D8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5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6F1E-5A3A-C60E-E025-96805F9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93A9F-2A84-1A43-06F8-5DD1D9211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55C47-E99A-88AB-F5CC-0C65C713B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38593-D31E-4ADE-91AC-ABD967F3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431B8-C1C5-4303-C942-33EE2BF8B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88F04-F926-B07F-425C-6C71193D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4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C302-22EB-6714-DF85-B007A1B2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50628-D5BF-8299-D094-D0B34C045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19C5E-1C0C-DD07-436E-D6E6F782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9F40E-8F0B-6100-FF08-A49988A90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080A6-8105-63A7-FBE1-4E458296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99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451ED9-4AAA-FAB8-82D6-341D366C0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36B44-2897-2F33-43A0-A21DB4FF0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85858-3D6D-8952-496D-AD0573D6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2EE9B-B181-FF87-B25E-231F7A37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664CA-6A51-508D-FC92-ECDBEB88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1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FA07F-CE4C-ACBB-D16D-A9EAE5AA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9A256-C7C0-C270-0148-AA0171FF4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F747-FE72-B918-3415-31886C9A9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F85C5-DF6E-A348-BF3F-2EEDFD49A41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429EC-3252-EE28-99FD-4687061AC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15543-F954-CADC-CC6B-296F7FC9B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A58E9-72A0-7043-AAB6-EB90FF27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B117D9-4A98-8DFB-3DD4-C54A0F280F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63" t="5625"/>
          <a:stretch>
            <a:fillRect/>
          </a:stretch>
        </p:blipFill>
        <p:spPr>
          <a:xfrm>
            <a:off x="3581246" y="1333040"/>
            <a:ext cx="6188382" cy="49694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5E546C-1664-9877-CF84-B3FF68FBAE95}"/>
              </a:ext>
            </a:extLst>
          </p:cNvPr>
          <p:cNvSpPr txBox="1"/>
          <p:nvPr/>
        </p:nvSpPr>
        <p:spPr>
          <a:xfrm>
            <a:off x="727113" y="462708"/>
            <a:ext cx="2536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oropharynx-</a:t>
            </a:r>
            <a:r>
              <a:rPr lang="en-US" dirty="0" err="1"/>
              <a:t>hpv</a:t>
            </a:r>
            <a:r>
              <a:rPr lang="en-US" dirty="0"/>
              <a:t>-clinical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BF4B52-BB0C-87EB-DAFC-8555C411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88880"/>
          <a:stretch>
            <a:fillRect/>
          </a:stretch>
        </p:blipFill>
        <p:spPr>
          <a:xfrm>
            <a:off x="1997151" y="1036886"/>
            <a:ext cx="1584095" cy="52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43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34DFFA-37C7-6235-45D6-839E9DCA3E1E}"/>
              </a:ext>
            </a:extLst>
          </p:cNvPr>
          <p:cNvSpPr txBox="1"/>
          <p:nvPr/>
        </p:nvSpPr>
        <p:spPr>
          <a:xfrm>
            <a:off x="495759" y="308472"/>
            <a:ext cx="3052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oropharynx-</a:t>
            </a:r>
            <a:r>
              <a:rPr lang="en-US" dirty="0" err="1"/>
              <a:t>hpv</a:t>
            </a:r>
            <a:r>
              <a:rPr lang="en-US" dirty="0"/>
              <a:t>-pathological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957101-87E2-357C-8C26-17A839792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528" t="5739"/>
          <a:stretch>
            <a:fillRect/>
          </a:stretch>
        </p:blipFill>
        <p:spPr>
          <a:xfrm>
            <a:off x="5608606" y="195282"/>
            <a:ext cx="4604030" cy="6393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A6DE72-37C6-9309-A0E6-690D5D61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8" t="5739" r="90143"/>
          <a:stretch>
            <a:fillRect/>
          </a:stretch>
        </p:blipFill>
        <p:spPr>
          <a:xfrm>
            <a:off x="4199470" y="195281"/>
            <a:ext cx="1572446" cy="63931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0D48967-1480-F3D3-7064-29C4EE5536BF}"/>
              </a:ext>
            </a:extLst>
          </p:cNvPr>
          <p:cNvSpPr/>
          <p:nvPr/>
        </p:nvSpPr>
        <p:spPr>
          <a:xfrm>
            <a:off x="5655849" y="4811885"/>
            <a:ext cx="119242" cy="1239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2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Olmstead, Jack</dc:creator>
  <cp:lastModifiedBy>Olmstead, Jack</cp:lastModifiedBy>
  <cp:revision>3</cp:revision>
  <dcterms:created xsi:type="dcterms:W3CDTF">2026-08-13T13:57:18Z</dcterms:created>
  <dcterms:modified xsi:type="dcterms:W3CDTF">2026-08-13T14:01:45Z</dcterms:modified>
</cp:coreProperties>
</file>